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3904" y="1051560"/>
            <a:ext cx="4572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3" name="Image 0" descr="C:\OPENCLASSROOMS\Projet4\A_TRAITER_5\Livrables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280160"/>
            <a:ext cx="3950208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260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 HomeSkolar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38862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C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du site web de soutien scolaire à distance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51206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CodeIguanas — Entité Web   ·   Cadrage du projet   · 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3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projet en bref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HomeSkolar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une association qui met en relation des enfants en difficulté scolaire avec des tuteurs bénévoles, à distance.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élève se voit attribuer un tuteur qui l'accompagne lors de courts rendez-vous hebdomadaires : aide aux devoirs et organisation.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HomeSkolar nous confie la conception de son nouveau site web réunissant tous les outils du binôme élève / tuteur.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49440" y="182880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EAF4EF"/>
          </a:solidFill>
          <a:ln/>
        </p:spPr>
      </p:sp>
      <p:sp>
        <p:nvSpPr>
          <p:cNvPr id="8" name="Text 6"/>
          <p:cNvSpPr/>
          <p:nvPr/>
        </p:nvSpPr>
        <p:spPr>
          <a:xfrm>
            <a:off x="7178040" y="201168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
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Cadrer le projet : besoins, choix techniques, modélisation et backlog, avant le développement.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949440" y="3429000"/>
            <a:ext cx="4663440" cy="1463040"/>
          </a:xfrm>
          <a:prstGeom prst="roundRect">
            <a:avLst>
              <a:gd name="adj" fmla="val 5000"/>
            </a:avLst>
          </a:prstGeom>
          <a:solidFill>
            <a:srgbClr val="EAF4EF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3611880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
</a:t>
            </a:r>
            <a:pPr indent="0" marL="0">
              <a:buNone/>
            </a:pPr>
            <a:r>
              <a:rPr lang="en-US" sz="14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développeurs back-end + 2 développeurs front-end, compétents sur les technologies retenues.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HomeSkolar  ·  CodeIguanas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3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Objectifs &amp; utilisateurs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objectifs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577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le soutien scolaire accessible à distance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Faciliter la communication élève / tuteur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les rencontres hebdomadaires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Assurer le suivi du travail de l'élève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acteurs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583680" y="228600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bénéficie du soutien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Tuteur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accompagne ses élèves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constitue les binômes (association)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HomeSkolar  ·  CodeIguanas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FONCTIONNALITÉS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3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le produit va réaliser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11296" cy="1828800"/>
          </a:xfrm>
          <a:prstGeom prst="roundRect">
            <a:avLst>
              <a:gd name="adj" fmla="val 3500"/>
            </a:avLst>
          </a:prstGeom>
          <a:solidFill>
            <a:srgbClr val="EAF4EF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93392"/>
            <a:ext cx="310896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Comptes &amp; mise en relation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Inscription, connexion, gestion du mot_de_passe et des données personnelles ; attribution d'un tuteur à chaque élève.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52544" y="1828800"/>
            <a:ext cx="3511296" cy="1828800"/>
          </a:xfrm>
          <a:prstGeom prst="roundRect">
            <a:avLst>
              <a:gd name="adj" fmla="val 3500"/>
            </a:avLst>
          </a:prstGeom>
          <a:solidFill>
            <a:srgbClr val="EAF4EF"/>
          </a:solidFill>
          <a:ln/>
        </p:spPr>
      </p:sp>
      <p:sp>
        <p:nvSpPr>
          <p:cNvPr id="7" name="Text 5"/>
          <p:cNvSpPr/>
          <p:nvPr/>
        </p:nvSpPr>
        <p:spPr>
          <a:xfrm>
            <a:off x="4553712" y="1993392"/>
            <a:ext cx="310896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Messagerie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Échanges simples, messages épinglés, notification des messages non lus.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56448" y="1828800"/>
            <a:ext cx="3511296" cy="1828800"/>
          </a:xfrm>
          <a:prstGeom prst="roundRect">
            <a:avLst>
              <a:gd name="adj" fmla="val 3500"/>
            </a:avLst>
          </a:prstGeom>
          <a:solidFill>
            <a:srgbClr val="EAF4EF"/>
          </a:solidFill>
          <a:ln/>
        </p:spPr>
      </p:sp>
      <p:sp>
        <p:nvSpPr>
          <p:cNvPr id="9" name="Text 7"/>
          <p:cNvSpPr/>
          <p:nvPr/>
        </p:nvSpPr>
        <p:spPr>
          <a:xfrm>
            <a:off x="8357616" y="1993392"/>
            <a:ext cx="310896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Rencontres &amp; calendrier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des rendez-vous et calendrier classique.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3511296" cy="1828800"/>
          </a:xfrm>
          <a:prstGeom prst="roundRect">
            <a:avLst>
              <a:gd name="adj" fmla="val 3500"/>
            </a:avLst>
          </a:prstGeom>
          <a:solidFill>
            <a:srgbClr val="EAF4EF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4142232"/>
            <a:ext cx="310896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Tâches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assignées par le tuteur, notes personnelles et suivi de l'avancement.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52544" y="3977640"/>
            <a:ext cx="3511296" cy="1828800"/>
          </a:xfrm>
          <a:prstGeom prst="roundRect">
            <a:avLst>
              <a:gd name="adj" fmla="val 3500"/>
            </a:avLst>
          </a:prstGeom>
          <a:solidFill>
            <a:srgbClr val="E6F0FA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4142232"/>
            <a:ext cx="310896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 besoin = une fonctionnalité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issues des notes de réunion HomeSkolar.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HomeSkolar  ·  CodeIguanas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FONCTIONNALITÉS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3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Aperçu de l'interface</a:t>
            </a:r>
            <a:endParaRPr lang="en-US" sz="3300" dirty="0"/>
          </a:p>
        </p:txBody>
      </p:sp>
      <p:pic>
        <p:nvPicPr>
          <p:cNvPr id="4" name="Image 0" descr="C:\OPENCLASSROOMS\Projet4\A_TRAITER_5\Livrables\assets\maquette_int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236" y="1783080"/>
            <a:ext cx="8412480" cy="42444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089904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d'illustration — messagerie, calendrier des rencontres et liste des tâches du binôme (non contractuelle).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HomeSkolar  ·  CodeIguanas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FONCTIONNALITÉS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3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 besoin à la fonctionnalité</a:t>
            </a:r>
            <a:endParaRPr lang="en-US" sz="3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7315200"/>
                <a:gridCol w="37764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 exprimé par HomeSkolar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Fonctionnalité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Gérer son compte : inscription, connexion, mot de passe, données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Comptes &amp; mise en relation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Chaque élève se voit assigner un tuteur bénévole 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Comptes &amp; mise en relation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Communiquer, épingler des messages, être notifié des non-lus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Messagerie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Planifier les rencontres sur un calendrier classique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Rencontres &amp; calendrier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de tâches après chaque rencontre + notes, avec suivi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Tâches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HomeSkolar  ·  CodeIguanas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CHOIX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3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de la solution</a:t>
            </a:r>
            <a:endParaRPr lang="en-US" sz="3300" dirty="0"/>
          </a:p>
        </p:txBody>
      </p:sp>
      <p:pic>
        <p:nvPicPr>
          <p:cNvPr id="4" name="Image 0" descr="C:\OPENCLASSROOMS\Projet4\A_TRAITER_5\Livrables\assets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691640"/>
            <a:ext cx="5160898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</a:t>
            </a:r>
            <a:pPr algn="ctr" indent="0" marL="0">
              <a:buNone/>
            </a:pPr>
            <a:r>
              <a:rPr lang="en-US" sz="13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algn="ctr" indent="0" marL="0">
              <a:buNone/>
            </a:pPr>
            <a:r>
              <a:rPr lang="en-US" sz="1300" b="1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temps réel </a:t>
            </a:r>
            <a:pPr algn="ctr" indent="0" marL="0">
              <a:buNone/>
            </a:pPr>
            <a:r>
              <a:rPr lang="en-US" sz="13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algn="ctr" indent="0" marL="0">
              <a:buNone/>
            </a:pPr>
            <a:r>
              <a:rPr lang="en-US" sz="1300" b="1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relationnelle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HomeSkolar  ·  CodeIguanas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CHOIX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3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stack mature, simple et pérenne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
</a:t>
            </a:r>
            <a:pPr indent="0" marL="0">
              <a:buNone/>
            </a:pPr>
            <a:r>
              <a:rPr lang="en-US" sz="14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(.NET 10 LTS) · C# · EF Core · SignalR · Identity + JWT
</a:t>
            </a:r>
            <a:pPr indent="0" marL="0">
              <a:buNone/>
            </a:pPr>
            <a:r>
              <a:rPr lang="en-US" sz="1500" b="1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
</a:t>
            </a:r>
            <a:pPr indent="0" marL="0">
              <a:buNone/>
            </a:pPr>
            <a:r>
              <a:rPr lang="en-US" sz="14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WebAssembly (C#) · Radzen Blazor (Scheduler)
</a:t>
            </a:r>
            <a:pPr indent="0" marL="0">
              <a:buNone/>
            </a:pPr>
            <a:r>
              <a:rPr lang="en-US" sz="1500" b="1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
</a:t>
            </a:r>
            <a:pPr indent="0" marL="0">
              <a:buNone/>
            </a:pPr>
            <a:r>
              <a:rPr lang="en-US" sz="14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709160"/>
            <a:ext cx="5120640" cy="1325880"/>
          </a:xfrm>
          <a:prstGeom prst="roundRect">
            <a:avLst>
              <a:gd name="adj" fmla="val 4828"/>
            </a:avLst>
          </a:prstGeom>
          <a:solidFill>
            <a:srgbClr val="FBF3D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84632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4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directeur : </a:t>
            </a:r>
            <a:pPr indent="0" marL="0">
              <a:buNone/>
            </a:pPr>
            <a:r>
              <a:rPr lang="en-US" sz="1350" dirty="0">
                <a:solidFill>
                  <a:srgbClr val="5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préférer le simple au complexe » — des technologies éprouvées, à forte communauté et bien documentées.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828800"/>
          <a:ext cx="56509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136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Pourquoi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ASP.NET 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Back-end mature, LTS, écosystème intégré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 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aux données productif + migrations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Relationnel, robuste, intégré à .NET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Messagerie &amp; notifications temps réel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Blazor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 en C# (full-stack Microsoft)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HomeSkolar  ·  CodeIguanas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CHOIX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3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choix appuyés par une veille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variées et fiables qui justifient chaque choix 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852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doc officielle .NET / Blazor / SQL Server (pérennité)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Survey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popularité &amp; communauté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DB-Engines Ranking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popularité des SGBD (justifie SQL Server)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0"/>
            <a:ext cx="4937760" cy="3291840"/>
          </a:xfrm>
          <a:prstGeom prst="roundRect">
            <a:avLst>
              <a:gd name="adj" fmla="val 1944"/>
            </a:avLst>
          </a:prstGeom>
          <a:solidFill>
            <a:srgbClr val="EAF4EF"/>
          </a:solidFill>
          <a:ln/>
        </p:spPr>
      </p:sp>
      <p:sp>
        <p:nvSpPr>
          <p:cNvPr id="7" name="Text 5"/>
          <p:cNvSpPr/>
          <p:nvPr/>
        </p:nvSpPr>
        <p:spPr>
          <a:xfrm>
            <a:off x="6903720" y="2057400"/>
            <a:ext cx="44805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: maturité &amp; stabilité (LTS), communauté active, qualité de la documentation, adéquation au besoin.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poursuivie pendant tout le projet : blogs officiels, notes de version, newsletters.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HomeSkolar  ·  CodeIguanas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3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Backlog &amp; plan de livraison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user stories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priorisées (MoSCoW)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</a:t>
            </a:r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Étant donné – Quand – Alors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: </a:t>
            </a:r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53 jours-homme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sprints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2 semaines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EAF4E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7091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client possible dès la fin du Sprint 2 (comptes + binôme constitué).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28800"/>
          <a:ext cx="52120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20624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5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Socle + comptes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Comptes avancés + binômes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Messagerie + calendrier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Tâches + finalisation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HomeSkolar  ·  CodeIguanas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 ALLER PLUS LOIN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3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Évolutions possibles </a:t>
            </a:r>
            <a:pPr indent="0" marL="0">
              <a:buNone/>
            </a:pPr>
            <a:r>
              <a:rPr lang="en-US" sz="1800" b="1" dirty="0">
                <a:solidFill>
                  <a:srgbClr val="7A8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(hors périmètre actuel)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 d'enrichissement à chiffrer séparément — non incluses dans le cahier des charges 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Visioconférence intégrée pour les rencontres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de documents (devoirs, supports)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progression de l'élève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par e-mail / SMS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228600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parents avec suivi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native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des sessions (retour qualité)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de groupe entre plusieurs élèves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HomeSkolar  ·  CodeIguanas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 de votre attention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C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7548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: cahier des charges · backlog produit · diagramme de classes UML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CodeIguanas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CodeIguanas</dc:creator>
  <cp:lastModifiedBy>CodeIguanas</cp:lastModifiedBy>
  <cp:revision>1</cp:revision>
  <dcterms:created xsi:type="dcterms:W3CDTF">2026-06-08T08:07:55Z</dcterms:created>
  <dcterms:modified xsi:type="dcterms:W3CDTF">2026-06-08T08:07:55Z</dcterms:modified>
</cp:coreProperties>
</file>